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4" r:id="rId11"/>
    <p:sldId id="282" r:id="rId12"/>
    <p:sldId id="283" r:id="rId13"/>
    <p:sldId id="285" r:id="rId14"/>
    <p:sldId id="286" r:id="rId15"/>
    <p:sldId id="287" r:id="rId16"/>
    <p:sldId id="288" r:id="rId17"/>
    <p:sldId id="289" r:id="rId18"/>
    <p:sldId id="291" r:id="rId19"/>
    <p:sldId id="294" r:id="rId20"/>
    <p:sldId id="292" r:id="rId21"/>
    <p:sldId id="293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4732DC-80B5-4A60-A5FE-0D1E45215870}" v="32" dt="2026-05-04T15:21:58.503"/>
    <p1510:client id="{9B3977CA-69F9-4AF8-BAC7-D3EE6522821E}" v="63" dt="2026-05-04T18:24:58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B03B-A400-D567-B69D-0865FF19C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2D9D-511D-2FE7-86F0-C1A6305B5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B771-284D-C50E-62F5-4762DDE5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0DBDB-1D4F-8331-E790-B86365FA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AC07D-F24E-55C1-CF7C-EC0CA311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232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7EB8-4E01-0583-EA84-60892A78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FA7FF-D50E-3393-F145-3DD525841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870B-23DE-706D-0CF0-9C5F3A72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4353F-6D52-5D6C-2E16-A87F9446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F12DB-C9AC-DF44-DD5E-FFC7A5A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4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DE28-4C21-FF02-2E78-5BD4C061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98617-4265-78A4-A452-68ED5D17A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DC607-3D8C-EF5B-5C1D-74AA1CAE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EAF5B-37E7-0648-C1CD-01ACD1F0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072DB-EC09-2B11-529A-60211282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1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C7D1-8298-62F2-9BDF-25E66370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9300-88F8-831E-A2E9-5C148456A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99E9D-49B3-8BF6-2F94-65C7ED109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177C-E496-CC29-F257-573FD060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B231A-A9EA-9915-21D6-2E3DC8EE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760F4-80D2-4C7F-2B9F-9F937C5A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12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5512-F92A-0DC4-7540-662F2A80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38B85-FAF6-AEB6-261F-04119122F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BE1CA-9BE7-CF43-4234-864605DE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E5899-E322-ACA1-6AD6-3266E8557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E6D16-3FC6-A261-18CC-1DF04CFAD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F49C4-9174-A639-CBD2-9178E095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C1812-C92F-2309-DA93-C9E5E023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98ABD-D6F8-6DE4-1935-4CABCDC0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1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F026-C2EE-D7A2-8AF2-870F6C03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91046-D5F0-7B18-B080-162C946B2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41A22-3923-5BD6-2397-E6D0238C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829F6-2887-CDEA-3EB5-B1CEE640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03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4403E-80C7-AC18-9CFD-40333EA2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43F88-C93F-E96B-C866-EA9A4E85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69DC-394B-A7DA-6004-223DAA46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15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305C-37AD-EBC2-975D-E8CEF955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EE0D-7728-AA80-803D-933C31B9F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E32EF-76C5-94EE-DEA6-10AF6911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DF479-3C90-4EBA-E049-9C135988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B577F-04CA-F60E-64BD-F18A8A32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BC4A3-4749-1E94-282D-4DF881A4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54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1036-383F-F82B-5E82-BF16722A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76C8F-4F8D-14A1-E631-4619BDA56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B3286-2702-0429-404C-A4A3E2360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79855-47AD-59A3-9673-243087AC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1313E-3251-AADC-5319-33A68FFA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46BFB-1A76-04B6-FBD6-B77C6A26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2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A7FB-B4A7-76AB-D82E-C5C1FA3E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EDCC2-DA23-CE03-3D95-BAA5BD3AF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FAFD2-918C-5B55-FF2B-06A5CF77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7A4FE-7E8A-C66E-F637-8DCC1D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E00F-2843-7481-3C3B-0D62446C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5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E179A-C0B5-BCFD-392C-92116D5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3A83A-92B2-F55A-B0F4-3DE9DD766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36E5-4672-EB80-7705-7D68C6C7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F554-03A7-AFEB-1F1B-64F93549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A314C-62E0-2878-F642-AC7CEB46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386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57E59-37E2-D2E3-5C50-0601D02D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10626-5B66-9CBF-013E-3F9C75B83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075EC-9A97-9107-E4D7-A502DE4FB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D292B-0536-FDC7-5F80-3B85C4F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C3DB-BE60-E8DA-2603-8370A708C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6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10060A-CFA1-86BB-BBA3-AD4D55F95A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D49CB-6BDC-304A-CB45-2F2B11DA17FC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BE2C3F-7F28-AB6C-989E-02190E7AB3C7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40BD1-84D7-E975-1DA4-7B5176DBA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D4B37-4352-3147-ED8C-EC7320119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8580" y="467550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IN" sz="3200" dirty="0"/>
              <a:t>JEEVAVENI S (241501076)</a:t>
            </a:r>
          </a:p>
          <a:p>
            <a:r>
              <a:rPr lang="en-IN" sz="3200" dirty="0"/>
              <a:t>KIRUBASHINI R (241501087)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8D276-6786-042B-7041-013E0C019A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41131" y="495591"/>
            <a:ext cx="6560185" cy="2116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6078F-8E65-B96D-B4B8-036F4E331CA8}"/>
              </a:ext>
            </a:extLst>
          </p:cNvPr>
          <p:cNvSpPr txBox="1"/>
          <p:nvPr/>
        </p:nvSpPr>
        <p:spPr>
          <a:xfrm>
            <a:off x="1877962" y="2884545"/>
            <a:ext cx="90260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AI23431 - WEBTECHNOLOGY AND MOBILE APPLICATION PROJECT REVIEW </a:t>
            </a:r>
          </a:p>
          <a:p>
            <a:pPr algn="ctr"/>
            <a:r>
              <a:rPr lang="en-US" sz="2800" dirty="0"/>
              <a:t>BOOK SHARING AND EXCHANGE PLATFORM  (BSEP)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8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7041-9F69-77B1-4B08-BCE1DCBE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D84BC3-F83B-8F72-65EE-EF2D88AD8D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BCBB8A-B715-829F-3DBC-EDF6E80946D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60FD38-9283-FD15-F211-8DCF92C49A27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7163F-F1CE-AE09-9105-CD5F99D57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EAAC451-786F-2D87-DEDB-C9B7AEFFA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1002890"/>
            <a:ext cx="9464842" cy="4254910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</a:p>
          <a:p>
            <a:endParaRPr lang="en-US" sz="40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BSEP is a web-based platform enabling users to share, exchange, and discover books within their community.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Supports book listing, search, and user-to-user exchange with rating and review system.</a:t>
            </a:r>
            <a:endParaRPr lang="en-IN" dirty="0"/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623CBF-9559-02EB-3AD3-E715995C6AED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D032C3-4167-054A-E852-B9A85655E28B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2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BE6F-38A6-2367-E3FE-96D6B28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27195D-3877-3842-A100-E6534FD782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64FE82-0F29-386B-72A6-E71D7BB9FF44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B11652-B808-0195-F285-783A2AEBBCCE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16CC3-E0E9-10B9-03CC-26FDE05F9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5361FD3-1F60-EEB4-2B0B-955C2C119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914400"/>
            <a:ext cx="9464842" cy="4343400"/>
          </a:xfrm>
        </p:spPr>
        <p:txBody>
          <a:bodyPr/>
          <a:lstStyle/>
          <a:p>
            <a:r>
              <a:rPr lang="en-US" sz="4000" b="1" dirty="0"/>
              <a:t>Problem Statement</a:t>
            </a:r>
          </a:p>
          <a:p>
            <a:endParaRPr lang="en-US" sz="26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dirty="0"/>
              <a:t>Buying books is expensive; many books are read once and left unused on shelves.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dirty="0"/>
              <a:t>Need for an accessible, community-driven platform to share and exchange books affordably.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15B466-2720-93DE-F4A1-CE5F1761DD63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B9F9D7-F7B4-F47C-E5FC-55CDFDBDB218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89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F7FA-1B18-F1F7-6D76-1A319A71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CD4E95-C173-2EDC-12C8-0009BC7075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35025-5B58-34F0-AED2-AD6E6DCBD6A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F455B4-0F8D-3431-C4A7-026F3CB4F460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AA3A7-0EF3-94DA-0B91-6D4192F3A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84EF327-1122-B2C3-14C9-EE22A10EC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r>
              <a:rPr lang="en-US" sz="4000" b="1" dirty="0"/>
              <a:t>Objectives</a:t>
            </a:r>
          </a:p>
          <a:p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Enable book listing and discovery</a:t>
            </a:r>
            <a:r>
              <a:rPr lang="en-US" dirty="0"/>
              <a:t xml:space="preserve"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Secure user authentication</a:t>
            </a:r>
            <a:r>
              <a:rPr lang="en-US" dirty="0"/>
              <a:t xml:space="preserve"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Book exchange request system</a:t>
            </a:r>
            <a:r>
              <a:rPr lang="en-US" dirty="0"/>
              <a:t xml:space="preserve"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 xml:space="preserve">User ratings and reviews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Community-based sharing network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9E4584-2F27-8B20-6837-3408308DA394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CA3C84-D1DF-3FE3-CAD3-78BF490B21CD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95106A-4E63-7CA3-4817-536ED42A1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126" y="1430956"/>
            <a:ext cx="6154994" cy="345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40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48F5-8D53-DACB-2161-E4B9725B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E5ADD4-8245-ACAA-26C0-BA34A3B0CF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423038-D9AB-4E9C-77A8-7A834F36A344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B3CE2C-465E-9E47-6320-5ECAAF9EF232}"/>
              </a:ext>
            </a:extLst>
          </p:cNvPr>
          <p:cNvSpPr/>
          <p:nvPr/>
        </p:nvSpPr>
        <p:spPr>
          <a:xfrm>
            <a:off x="408038" y="420329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B1BDE-8C6A-1FF8-7082-77AAF6536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F578790-D50B-EF8E-7629-F39E21BF7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/>
          </a:bodyPr>
          <a:lstStyle/>
          <a:p>
            <a:endParaRPr lang="en-IN" sz="3800" b="1" dirty="0"/>
          </a:p>
          <a:p>
            <a:r>
              <a:rPr lang="en-IN" sz="3800" b="1" dirty="0"/>
              <a:t>System Architecture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0F75CD-CFD5-DF73-E818-79020781238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6E40B4-4B59-D313-D5AC-660245EEE66F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D4AC54-72F9-BD57-7D1E-1431F83E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33" y="1754595"/>
            <a:ext cx="7386305" cy="39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3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56EA-7ECF-CFC1-57A9-FF844AFA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253721-EAB5-B176-1155-8275A50BD8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FF857-7B32-FD97-D232-24363463B10C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F664CE-30FE-FC10-95CF-27BC72E371E7}"/>
              </a:ext>
            </a:extLst>
          </p:cNvPr>
          <p:cNvSpPr/>
          <p:nvPr/>
        </p:nvSpPr>
        <p:spPr>
          <a:xfrm>
            <a:off x="383458" y="309716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6156C-E585-7ED7-DC7B-049163AA6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B2A70CC-BD06-70F4-4A92-B2530E176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 lnSpcReduction="10000"/>
          </a:bodyPr>
          <a:lstStyle/>
          <a:p>
            <a:endParaRPr lang="en-IN" sz="4500" dirty="0"/>
          </a:p>
          <a:p>
            <a:r>
              <a:rPr lang="en-IN" sz="4500" dirty="0"/>
              <a:t>Key System Characteristics</a:t>
            </a:r>
          </a:p>
          <a:p>
            <a:pPr algn="l"/>
            <a:endParaRPr lang="en-US" sz="2500" dirty="0"/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 xml:space="preserve">User-friendly book browsing UI                        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 xml:space="preserve">Secure login &amp; sessions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>Real-time exchange requests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>Scalable book database</a:t>
            </a:r>
            <a:endParaRPr lang="en-IN" sz="2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0527DD-DD4D-989E-AFEC-A7FD111F5198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835ECF-B7A9-C6E6-1A25-8B11E827A155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5B3D69-15E4-7BE4-57D1-60ACC7BA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7"/>
          <a:stretch>
            <a:fillRect/>
          </a:stretch>
        </p:blipFill>
        <p:spPr>
          <a:xfrm>
            <a:off x="5395964" y="2169262"/>
            <a:ext cx="5444167" cy="33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9E46-C8B3-0BEB-4096-259D7003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4992D4-3157-0231-312D-04F2B47921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C7E8F-DE68-B3DE-EF03-846F22B93A40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9714B3-474C-3DAD-C57C-B5EB312BAD82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83459-EB06-1D77-4EA4-FE9E08431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C3846A1-F424-8C34-FEE1-4D20269DC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74" y="1975055"/>
            <a:ext cx="10644713" cy="2907890"/>
          </a:xfrm>
        </p:spPr>
        <p:txBody>
          <a:bodyPr numCol="2">
            <a:normAutofit/>
          </a:bodyPr>
          <a:lstStyle/>
          <a:p>
            <a:endParaRPr lang="en-IN" sz="2700" b="1" dirty="0"/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F791A6-E0D7-E76A-9743-D38120E31065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31E8BE-69A1-E260-4F37-DC68D1AEEAFF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D5B1E4-715F-8F13-94E2-3D70DA99A862}"/>
              </a:ext>
            </a:extLst>
          </p:cNvPr>
          <p:cNvSpPr txBox="1"/>
          <p:nvPr/>
        </p:nvSpPr>
        <p:spPr>
          <a:xfrm>
            <a:off x="1641987" y="872582"/>
            <a:ext cx="854423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300" b="1" dirty="0"/>
              <a:t>Hardware &amp;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043E0-B700-C888-F221-3AE7E403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77" y="1597711"/>
            <a:ext cx="9452387" cy="419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34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530B-10A1-A973-AB70-43A3A195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7D10CA-4FC2-1C45-4D87-34C2DE87AA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D152C-A11B-53E8-10D2-0DF0EC6A0ED8}"/>
              </a:ext>
            </a:extLst>
          </p:cNvPr>
          <p:cNvSpPr/>
          <p:nvPr/>
        </p:nvSpPr>
        <p:spPr>
          <a:xfrm>
            <a:off x="358877" y="266537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67A796-EA3D-9B37-E71D-5699A8959591}"/>
              </a:ext>
            </a:extLst>
          </p:cNvPr>
          <p:cNvSpPr/>
          <p:nvPr/>
        </p:nvSpPr>
        <p:spPr>
          <a:xfrm>
            <a:off x="491613" y="406246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35304-618F-661B-FAA4-584D1EC30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8B55BD2-70E2-0A35-485A-D50D24B57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5348748"/>
          </a:xfrm>
        </p:spPr>
        <p:txBody>
          <a:bodyPr>
            <a:normAutofit lnSpcReduction="10000"/>
          </a:bodyPr>
          <a:lstStyle/>
          <a:p>
            <a:r>
              <a:rPr lang="en-US" sz="4000" b="1" dirty="0"/>
              <a:t>System Modules</a:t>
            </a:r>
          </a:p>
          <a:p>
            <a:r>
              <a:rPr lang="en-US" sz="3000" b="1" dirty="0"/>
              <a:t>Modules of the System</a:t>
            </a:r>
          </a:p>
          <a:p>
            <a:endParaRPr lang="en-US" sz="3000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Login &amp; Registration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 xml:space="preserve">User Profile &amp; Dashboard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 xml:space="preserve">Book Listing &amp; Search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 xml:space="preserve">Book Categories &amp; Filters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 xml:space="preserve">Exchange Request Management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 xml:space="preserve">Ratings &amp; Reviews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Notifications &amp; Alerts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Admin Panel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16D8E4-CF1E-711A-93F5-4C2962D5A3E5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358876" y="6294438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B59BD0-6EA2-F3E0-F4D5-1C35E013EE10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C789B3-4049-3B60-262B-03494C5C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980" y="1859030"/>
            <a:ext cx="4534533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5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5E1C5-A8D1-6798-55C9-DF20354D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275EBB-6816-A9F7-50B6-D40BFE4BAB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016A7-AFA5-C699-3E3F-1AB3ECBBA4C3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898F4E-8D31-25D4-7D97-78D47C91704B}"/>
              </a:ext>
            </a:extLst>
          </p:cNvPr>
          <p:cNvSpPr/>
          <p:nvPr/>
        </p:nvSpPr>
        <p:spPr>
          <a:xfrm>
            <a:off x="38345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F01B0-8DD9-7D4D-483A-6FC9CB548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E64D288-9E8A-2553-CE06-4EF022135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816076"/>
            <a:ext cx="9464842" cy="4441723"/>
          </a:xfrm>
        </p:spPr>
        <p:txBody>
          <a:bodyPr>
            <a:normAutofit/>
          </a:bodyPr>
          <a:lstStyle/>
          <a:p>
            <a:r>
              <a:rPr lang="en-IN" sz="4000" b="1" dirty="0"/>
              <a:t>K</a:t>
            </a:r>
            <a:r>
              <a:rPr lang="en-US" sz="4000" b="1" dirty="0" err="1"/>
              <a:t>ey</a:t>
            </a:r>
            <a:r>
              <a:rPr lang="en-US" sz="4000" b="1" dirty="0"/>
              <a:t xml:space="preserve"> Features</a:t>
            </a:r>
          </a:p>
          <a:p>
            <a:endParaRPr lang="en-US" sz="40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Book search &amp; filters</a:t>
            </a:r>
            <a:r>
              <a:rPr lang="en-US" dirty="0"/>
              <a:t xml:space="preserve"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Exchange request system</a:t>
            </a:r>
            <a:r>
              <a:rPr lang="en-US" dirty="0"/>
              <a:t xml:space="preserve"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User ratings &amp; reviews</a:t>
            </a:r>
            <a:r>
              <a:rPr lang="en-US" dirty="0"/>
              <a:t xml:space="preserve"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 xml:space="preserve">Community sharing network 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76E88C-F8BE-9BA9-E35F-2E095A5731D8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8D065C-8720-88B5-DE03-0EA90854C080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D97235-8721-2A46-7C63-2032C534A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084" y="1486500"/>
            <a:ext cx="729247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4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743E6-51E7-0539-A3B9-981D530D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5AF085-3A61-00DC-4178-2E13C89771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A3E26-FAE2-873F-B258-D9315BDBAAA3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4320E8-2E51-5DEA-0926-E9BF2544BE3F}"/>
              </a:ext>
            </a:extLst>
          </p:cNvPr>
          <p:cNvSpPr/>
          <p:nvPr/>
        </p:nvSpPr>
        <p:spPr>
          <a:xfrm>
            <a:off x="38345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D38C6-318C-4355-2354-A61BBFC3A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A435B47-8407-CE18-173B-FE7C1A8D7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B40D18-F88D-85D6-7062-10032E3367B2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4" name="Picture 3" descr="A screenshot of a login form  AI-generated content may be incorrect.">
            <a:extLst>
              <a:ext uri="{FF2B5EF4-FFF2-40B4-BE49-F238E27FC236}">
                <a16:creationId xmlns:a16="http://schemas.microsoft.com/office/drawing/2014/main" id="{1A5B5252-D64C-C1B4-2BDA-682E07D53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75" y="1112361"/>
            <a:ext cx="10354850" cy="4935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0529C4-F624-4972-395D-312F3829C222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7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1B47-F4F8-AC43-B451-849F2038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B806C8-F235-8302-8E16-80E5E7AD3C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29C5F-AED3-8709-A91F-A3345832CF3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8DC9BC-5BF7-046A-0A6E-55A7D7344582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DACD2-5CB9-0D5A-E81A-13FB8BC82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8C76DC9-E08D-B193-E00E-829936C48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/>
          </a:bodyPr>
          <a:lstStyle/>
          <a:p>
            <a:r>
              <a:rPr lang="en-IN" sz="3500" b="1" dirty="0"/>
              <a:t>System Screenshots</a:t>
            </a:r>
          </a:p>
          <a:p>
            <a:pPr algn="l"/>
            <a:endParaRPr lang="en-IN" sz="35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E995A3-991F-8371-3C84-32A7804A3F14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  AI-generated content may be incorrect.">
            <a:extLst>
              <a:ext uri="{FF2B5EF4-FFF2-40B4-BE49-F238E27FC236}">
                <a16:creationId xmlns:a16="http://schemas.microsoft.com/office/drawing/2014/main" id="{BE129290-623A-CBD3-866A-B010541C2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411" y="1317943"/>
            <a:ext cx="10187836" cy="4712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50D19C-C107-902C-946B-FD51181F3F94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13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E03F-A103-D79B-44F3-1E364B5D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52B3BB-91F2-7BE4-1401-DC9DDE549A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2C5AD-741A-FB15-739C-F0AD512FCCD1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9F4BD6-DA3F-A460-9645-C74F9D61757E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B54B5-BE43-F08A-8A3F-8D48C6A9E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6BC798C-3CB0-C20E-2B82-BA9E46383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260FBD-915A-AA97-4A6E-C9DB723D281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game  AI-generated content may be incorrect.">
            <a:extLst>
              <a:ext uri="{FF2B5EF4-FFF2-40B4-BE49-F238E27FC236}">
                <a16:creationId xmlns:a16="http://schemas.microsoft.com/office/drawing/2014/main" id="{2C175CF1-95D3-85E4-393E-D785E9A36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35" y="956938"/>
            <a:ext cx="10500987" cy="49441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C35F98-E45F-B821-841A-684AB38DE4C5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0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79B68-4CA9-C95C-FF44-530E16937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2CBB7-2912-8670-CA17-D8C591A9CF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191FF-FC4F-7C48-C5AE-A99DE1ED40E4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F11608-990C-6868-383D-AAF6E24DA76D}"/>
              </a:ext>
            </a:extLst>
          </p:cNvPr>
          <p:cNvSpPr/>
          <p:nvPr/>
        </p:nvSpPr>
        <p:spPr>
          <a:xfrm>
            <a:off x="408038" y="420329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7C435-7C1A-A258-2A60-76A9ED53D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7861DE5-786D-83DD-2F96-A8DCD48C0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1247AF-3CD0-B409-A110-515B531FAE49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  AI-generated content may be incorrect.">
            <a:extLst>
              <a:ext uri="{FF2B5EF4-FFF2-40B4-BE49-F238E27FC236}">
                <a16:creationId xmlns:a16="http://schemas.microsoft.com/office/drawing/2014/main" id="{C22E99F2-597D-3E64-C21A-EA3807FE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75" y="908580"/>
            <a:ext cx="10626248" cy="5134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5A542E-D70D-CF98-4F43-324D0629857D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95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B1F-AF11-E64F-748B-954EBA28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F594AD-B46C-494C-55F0-9DA075141D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46680-BAE6-882A-A56D-373D362F6BC6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84B1A1-AF3F-32EC-F670-EC37CFFEDD97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DB36A-D148-7E3E-20F9-94C87A0DE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49DD8EA-2948-C0BA-4770-624D927F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D08384-01E8-A45F-14D6-4A55D64233E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  AI-generated content may be incorrect.">
            <a:extLst>
              <a:ext uri="{FF2B5EF4-FFF2-40B4-BE49-F238E27FC236}">
                <a16:creationId xmlns:a16="http://schemas.microsoft.com/office/drawing/2014/main" id="{FAC9D0EF-A22F-3373-71A7-1DA18E1A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15" y="804542"/>
            <a:ext cx="10918521" cy="5186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32123-F8A0-7BC6-8290-02E73A0A6667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75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5D03-A31B-BEE4-F2A0-DF7E8D21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529D36-2725-033A-47C3-EE59B28425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B6F1E-2CE6-BDEB-5D16-DDD89E487301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75A4F7-7E21-EE71-9BB6-A1905497763E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62B27-FC6F-CC03-2E9E-1C2A5B140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40F71B8-2545-8ECA-4C78-FF391964E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F5D1D7-DBF4-77E6-BDE8-341360E8FD15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  AI-generated content may be incorrect.">
            <a:extLst>
              <a:ext uri="{FF2B5EF4-FFF2-40B4-BE49-F238E27FC236}">
                <a16:creationId xmlns:a16="http://schemas.microsoft.com/office/drawing/2014/main" id="{D22A4797-74C2-CAB5-F03A-44766F602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0" y="862993"/>
            <a:ext cx="10866330" cy="5142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350F18-FF03-8464-C65D-951057D60038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6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18FFD-222E-6A09-6364-7B9CDEF1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124F5F-C41D-200D-2254-628F055924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3A6C37-F728-83CF-542F-A55D48B11912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E44076-FB35-C18E-6EFE-7245C616DE5D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FD3DF-E704-F44A-959D-00D25D4C6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58A3F79-0E30-653E-A2F1-92C0FFF31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73C986-EF53-851D-1D49-E48DB2B0E1CD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quiz  AI-generated content may be incorrect.">
            <a:extLst>
              <a:ext uri="{FF2B5EF4-FFF2-40B4-BE49-F238E27FC236}">
                <a16:creationId xmlns:a16="http://schemas.microsoft.com/office/drawing/2014/main" id="{29231824-470D-1042-0CCF-95863EE88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5" y="912972"/>
            <a:ext cx="10782822" cy="512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808734-84E8-223F-600E-7B7CD550FEB6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61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4118-85A5-5054-017C-93679DD1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0D7E13-163D-0C80-48C4-20A3235375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7B88D-8915-F75D-B407-358618D189C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E36DB5-42EB-B793-9902-92DA2F92015C}"/>
              </a:ext>
            </a:extLst>
          </p:cNvPr>
          <p:cNvSpPr/>
          <p:nvPr/>
        </p:nvSpPr>
        <p:spPr>
          <a:xfrm>
            <a:off x="408038" y="359210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D9D4F-C39E-1EC7-1FAB-54A94D01F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9D8C0F-8894-911A-3706-0F50CBB0DD12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quiz  AI-generated content may be incorrect.">
            <a:extLst>
              <a:ext uri="{FF2B5EF4-FFF2-40B4-BE49-F238E27FC236}">
                <a16:creationId xmlns:a16="http://schemas.microsoft.com/office/drawing/2014/main" id="{32A107B8-B221-533D-B8AC-80E75B77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186"/>
            <a:ext cx="10668000" cy="5226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FC28FC-C539-FC88-CE4E-4BEAD06F7291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33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D4AA-B681-21C3-6727-90890DCB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232EF-FB77-48FD-C49A-7B71C2AAAC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83E13-AB33-8B4C-D3DD-103F6CF496F0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07886F-3ECF-8A78-3E77-2C3365C0C6D6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FE55-7356-FFEB-10BC-92C51F344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54D2ED-06F2-6B94-804C-34509E56E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64B24B-112D-9401-C268-139E6A424203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CA146E-CA79-F497-9C68-7261109D4E77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A09795-C7B2-0340-CCA0-2BD4C7A3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73" y="1282178"/>
            <a:ext cx="9587970" cy="397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59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C247-31AD-A390-278C-309EF78B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DF3E59-F2F2-FA9D-D40D-A6F972651C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1C9ED-6958-4C28-F324-CE1CFEA83912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46C304-7F2B-9B96-40E6-C8BB8DCE64B8}"/>
              </a:ext>
            </a:extLst>
          </p:cNvPr>
          <p:cNvSpPr/>
          <p:nvPr/>
        </p:nvSpPr>
        <p:spPr>
          <a:xfrm>
            <a:off x="408038" y="420329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B3278-4416-A912-C507-6F5FF7836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4ABCBD9-0825-B71A-9472-C32E65D86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r>
              <a:rPr lang="en-US" sz="4500" b="1" dirty="0"/>
              <a:t>Advantages</a:t>
            </a:r>
          </a:p>
          <a:p>
            <a:endParaRPr lang="en-US" sz="4500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13189E-DC19-C6B4-631B-EE03C23B6FFB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227936-990A-BBF8-728F-0F23F4F00EDC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D4A5E8-0B5F-6B15-AEBF-228A8AE2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84" y="1404296"/>
            <a:ext cx="9509658" cy="418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75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195D-24B5-D9EF-4730-A0F7D191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425217-FE9B-6CF9-5581-DA294EFADD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BE641-393F-9FA5-5253-65FB4F8E33EC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82C4F3-6EC1-B719-5F22-58A151F957B2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FCE2F-156A-CE61-77AC-3E5221E20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248CCC3-D340-F384-D02C-68B4E82CE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/>
          </a:bodyPr>
          <a:lstStyle/>
          <a:p>
            <a:endParaRPr lang="en-US" sz="4000" b="1" dirty="0"/>
          </a:p>
          <a:p>
            <a:r>
              <a:rPr lang="en-US" sz="4000" b="1" dirty="0"/>
              <a:t>Results and Conclusion</a:t>
            </a:r>
            <a:endParaRPr lang="en-US" sz="4000" dirty="0"/>
          </a:p>
          <a:p>
            <a:pPr algn="l">
              <a:lnSpc>
                <a:spcPct val="150000"/>
              </a:lnSpc>
            </a:pPr>
            <a:r>
              <a:rPr lang="en-US" dirty="0"/>
              <a:t xml:space="preserve">• </a:t>
            </a:r>
            <a:r>
              <a:rPr lang="en-IN" dirty="0"/>
              <a:t>All modules of BSEP tested successfully.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• Platform is reliable and ready for community deployment.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491BE-C50B-B5AC-6706-F404958830F9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69E3A-B752-FA6E-C33A-6408F688494C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87DE00-2AA2-E45D-2092-DE02B9AA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351" y="3188090"/>
            <a:ext cx="6597705" cy="298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23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C34A-6213-3456-E9E6-D0EC9608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2C6E32-65AE-040C-887B-C6E7138631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64F853-B907-8F78-F8C1-7412CE1F4135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1B2209-F90D-1C28-C2CA-FF96E87C8ACB}"/>
              </a:ext>
            </a:extLst>
          </p:cNvPr>
          <p:cNvSpPr/>
          <p:nvPr/>
        </p:nvSpPr>
        <p:spPr>
          <a:xfrm>
            <a:off x="38345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3631D-746E-AA3E-C539-249F1CE6D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A41B586-22B5-3C33-4AE2-C175D49F9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r>
              <a:rPr lang="en-IN" sz="4500" b="1" dirty="0"/>
              <a:t>Future Enhancements</a:t>
            </a:r>
          </a:p>
          <a:p>
            <a:endParaRPr lang="en-IN" sz="45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 xml:space="preserve">Mobile app version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 xml:space="preserve">AI-based book recommendations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 xml:space="preserve">Geo-location based matching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Digital book lending support</a:t>
            </a:r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A96CE2-67E6-6B3C-F748-5C290808458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C0A920-E9DD-6402-7B5E-431D778E7A5C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9AC4A5-7B44-AA01-4F62-C9E523B4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761" y="1472994"/>
            <a:ext cx="6849510" cy="366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8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F8DF-8686-C65E-A847-E53FED39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D185-CB53-4222-DA0E-49FC81DD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7649"/>
          </a:xfrm>
        </p:spPr>
        <p:txBody>
          <a:bodyPr>
            <a:normAutofit/>
          </a:bodyPr>
          <a:lstStyle/>
          <a:p>
            <a:r>
              <a:rPr lang="en-IN" sz="8000" b="1" dirty="0"/>
              <a:t>THANK YOU!!!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B6B88F-48D9-1770-2FB2-B80A6AADE883}"/>
              </a:ext>
            </a:extLst>
          </p:cNvPr>
          <p:cNvGrpSpPr/>
          <p:nvPr/>
        </p:nvGrpSpPr>
        <p:grpSpPr>
          <a:xfrm>
            <a:off x="-3048000" y="0"/>
            <a:ext cx="15240000" cy="3204530"/>
            <a:chOff x="0" y="-2786886"/>
            <a:chExt cx="15240000" cy="3205478"/>
          </a:xfrm>
        </p:grpSpPr>
        <p:sp>
          <p:nvSpPr>
            <p:cNvPr id="5" name="Shape 2263">
              <a:extLst>
                <a:ext uri="{FF2B5EF4-FFF2-40B4-BE49-F238E27FC236}">
                  <a16:creationId xmlns:a16="http://schemas.microsoft.com/office/drawing/2014/main" id="{11EAB69A-DF95-26E0-4A8E-A0BFA66CB038}"/>
                </a:ext>
              </a:extLst>
            </p:cNvPr>
            <p:cNvSpPr/>
            <p:nvPr/>
          </p:nvSpPr>
          <p:spPr>
            <a:xfrm>
              <a:off x="1247534" y="4407"/>
              <a:ext cx="9609" cy="405295"/>
            </a:xfrm>
            <a:custGeom>
              <a:avLst/>
              <a:gdLst/>
              <a:ahLst/>
              <a:cxnLst/>
              <a:rect l="0" t="0" r="0" b="0"/>
              <a:pathLst>
                <a:path w="9609" h="405295">
                  <a:moveTo>
                    <a:pt x="0" y="0"/>
                  </a:moveTo>
                  <a:lnTo>
                    <a:pt x="9609" y="0"/>
                  </a:lnTo>
                  <a:lnTo>
                    <a:pt x="9609" y="405295"/>
                  </a:lnTo>
                  <a:lnTo>
                    <a:pt x="0" y="40529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9D9D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Shape 2141">
              <a:extLst>
                <a:ext uri="{FF2B5EF4-FFF2-40B4-BE49-F238E27FC236}">
                  <a16:creationId xmlns:a16="http://schemas.microsoft.com/office/drawing/2014/main" id="{7E3CA788-BBBF-609B-366D-CF7E8D6E8851}"/>
                </a:ext>
              </a:extLst>
            </p:cNvPr>
            <p:cNvSpPr/>
            <p:nvPr/>
          </p:nvSpPr>
          <p:spPr>
            <a:xfrm>
              <a:off x="0" y="0"/>
              <a:ext cx="1257148" cy="418592"/>
            </a:xfrm>
            <a:custGeom>
              <a:avLst/>
              <a:gdLst/>
              <a:ahLst/>
              <a:cxnLst/>
              <a:rect l="0" t="0" r="0" b="0"/>
              <a:pathLst>
                <a:path w="1257148" h="418592">
                  <a:moveTo>
                    <a:pt x="0" y="0"/>
                  </a:moveTo>
                  <a:lnTo>
                    <a:pt x="1257148" y="0"/>
                  </a:lnTo>
                  <a:lnTo>
                    <a:pt x="1257148" y="3810"/>
                  </a:lnTo>
                  <a:lnTo>
                    <a:pt x="4798" y="3810"/>
                  </a:lnTo>
                  <a:lnTo>
                    <a:pt x="4798" y="409829"/>
                  </a:lnTo>
                  <a:lnTo>
                    <a:pt x="1257148" y="409829"/>
                  </a:lnTo>
                  <a:lnTo>
                    <a:pt x="1257148" y="418592"/>
                  </a:lnTo>
                  <a:lnTo>
                    <a:pt x="0" y="4185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9D9D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03559EC-998F-57C0-7A90-2297123B490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048000" y="-2786886"/>
              <a:ext cx="12192000" cy="76398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23FB7E4-97BD-A330-5E08-29DAD003653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708357"/>
            <a:ext cx="1219199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1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223</Words>
  <Application>Microsoft Office PowerPoint</Application>
  <PresentationFormat>Widescreen</PresentationFormat>
  <Paragraphs>82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Ganesh P</dc:creator>
  <cp:lastModifiedBy>Karthik Sah</cp:lastModifiedBy>
  <cp:revision>48</cp:revision>
  <dcterms:created xsi:type="dcterms:W3CDTF">2026-03-14T12:19:34Z</dcterms:created>
  <dcterms:modified xsi:type="dcterms:W3CDTF">2026-05-04T18:25:09Z</dcterms:modified>
</cp:coreProperties>
</file>